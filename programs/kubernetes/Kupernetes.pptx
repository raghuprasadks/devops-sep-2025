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5D75C-3791-A69F-5970-CD5EE8D91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309AA-ECAA-61FC-D377-26D0F8B6A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71EB-5CD4-F6AE-DEEE-E994C7C1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D5FF-BE59-4B37-56B3-39F8E586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55C89-BF16-AFF9-024F-445A2CF5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86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574E-370A-A96A-06D5-A09B18B2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C4724-8AA9-990E-92DC-E82DB824B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29F87-8ED6-864B-46EA-DAC5AFC45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37409-7882-7FA5-59D7-BED204BF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EA922-7BAD-2A26-49BC-B9D4C8294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21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06B3-4430-5C19-8C71-7BB471469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277C2-E0EF-C178-BBFA-64AC43BD5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FF6B3-B42A-CB96-A4AF-BDB161A1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1A7D6-2C76-8114-6779-BAA521F5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A0BF1-0CAD-ABB9-7D35-81EACC76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94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4F97-E0A2-B4E4-5F2A-40691ACDF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B5542-09C6-53DF-5EAA-C593279E3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A9683-825F-0FEA-EACD-DD97461F2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8CB3B-6FF6-36FB-12A2-FE4408E1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3B7D5-2C81-E7C5-5CE8-7FB8335A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5D25D-749A-F09D-39CE-9992CBDE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32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314D-5360-8141-A5C1-52EA5956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B7A76-D0DA-CD2D-9FF5-7CEC3B665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21909-57E1-BD9D-5409-A6F11C318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1484A-1EB8-0204-2D74-EEA782835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31CCF-B9B9-B03C-717E-F75EF8691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9AB8C-4BCB-AAE8-7217-FFB97A009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FAB7AC-94EF-F8C6-F836-0624F744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D2D0C1-13E1-A3D4-D6B4-77FB3DC5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0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F3E7-9DEF-00F4-5EBE-FC58227B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927EE-B105-31FF-5E2E-C74F2BD2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A6E0D4-FFA1-8527-A9BF-4EF510CC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DE30E-A5BD-2385-5BAB-33206793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112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63D42-4A28-2386-2F73-E21212DF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AEA7D-F7F4-B1C9-20B9-E43D59AD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5981C-8F5D-2546-1354-B146F51CE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80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108CE-4A44-8162-B20A-3217A080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09BF-726C-8294-6AA4-FBC3C3113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C1FAE-1E37-D5E3-C3B1-5296E906E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D066B-2582-CB6B-DED7-1C9084F86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8D295-ABD7-A4DB-5E41-F75011DA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4D606-7439-CAF2-7030-8FB54B70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9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B5F4-3C05-02D3-3F55-9ACE49DC4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69E6C-2144-7BA5-7A03-F95743305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3920F-1726-1FAD-9AB4-0B717CCC2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86BB8-82AE-109E-F82E-92E519BA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02D56-6DEC-0164-627D-C3536D06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75258-AC0E-1AF1-6936-52CBF095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60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9364-29E0-6C4C-9110-EE82DF66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E1F45-A8EE-5E20-EC52-4B08F5013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EE92C-51AA-04F3-80CA-3BFBF1C4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8D0A-5426-A45A-2409-8C16D902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47B2-1EAC-6974-A35A-DE9902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23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4EBDCE-8445-6D60-B302-B0AABD430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0DCA6-EE58-3BEE-9AC6-B5D3D2189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76B68-C838-EDF2-A075-6FD334CD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C02EE-3846-086F-11D0-59111784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4603B-EBF0-45F4-271D-D12C8694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48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13616-5694-96C7-BB03-934FDF59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CA4DF-454C-17ED-78BB-55263D002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6CF01-F867-C1F2-36F0-66C82572F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95F1A-25D5-440A-A99D-FADFE859E08C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A13A-1118-D4BC-692C-FBF4BEE1C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ECDBE-871A-F25E-4DBF-F03114972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5766C-E85B-462D-8BFD-E77CD83FE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18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D5119-328F-1458-BEB5-7AE753D15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Kupernetes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134DD-54D2-0DDA-C0C6-044595DFE6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81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DDC2-0248-B298-625B-3FDE9F6D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347EC-0807-D353-6830-DB986B2E4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8D3A1-D5BD-55EE-E309-98BF2378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51560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4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CD9A-06E6-9680-3972-880FC22F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container orchestration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0ECCE-3723-018E-A277-ABC3F30AA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BBF4B-6BAF-E899-FD43-E4AE42051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86884" cy="2628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9401C0-9B25-81A3-BCB9-1159AE4FD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522837"/>
            <a:ext cx="1051560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1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F49E-5427-5C53-19CD-15D131A3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</a:t>
            </a:r>
            <a:r>
              <a:rPr lang="en-IN" dirty="0" err="1"/>
              <a:t>Kubernets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43AEC-43D0-CD44-6203-1DAACE901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34C50-861F-D331-A94D-6A2FE0B9D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7603"/>
            <a:ext cx="10515600" cy="442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70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12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Kupernetes</vt:lpstr>
      <vt:lpstr>Introduction to Kubernetes</vt:lpstr>
      <vt:lpstr>Need for container orchestration tool</vt:lpstr>
      <vt:lpstr>Features of Kubernets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prasad konandur</dc:creator>
  <cp:lastModifiedBy>raghu prasad konandur</cp:lastModifiedBy>
  <cp:revision>11</cp:revision>
  <dcterms:created xsi:type="dcterms:W3CDTF">2025-11-03T05:05:00Z</dcterms:created>
  <dcterms:modified xsi:type="dcterms:W3CDTF">2025-11-03T06:02:53Z</dcterms:modified>
</cp:coreProperties>
</file>